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Explains the login and registration UX, server token exchange, and where to extend (forgot PIN, OTP).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translations are loaded and where to add new locales (src/locales).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Simulator helps demo Twilio flows without credentials; webhook route lives in server/routes/whatsapp.js.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uses backend APIs under /api/dashboard; recommend adding CSV export and more charts.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Sarvam keys enable voice notes; safe fallback when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Twilio settings in environment variables; recommend enabling signature validation in prod.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vite.config.js for proxy rules; run `npm run dev` to start the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`npm run server` to start with auto-reload.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UX changes to increase accessibility and conversion.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roadmap items and prioritization.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Dukaan Saathi — Feature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Presentation generated automatically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Authentication (Login / Register)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Phone-number + PIN flow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Register creates shop profile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Fixed toggle control for quick switching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Client-side validation (recommended)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Multilingual Support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i18next integration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Locales: English, Hindi, Telugu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Language switcher available in header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Simulator &amp; Webhooks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WhatsApp simulator for testing messages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Express webhook receiver at /webhooks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Rule-based fallback parser when AI key is missing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Dashboard &amp; Data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DashboardPage shows shop metrics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Exportable data (CSV suggestion)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Date-range filters and charts (recharts)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Voice &amp; STT (Sarvam)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Optional Sarvam integration for speech-to-text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Feature toggled via flags in server/config.js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Twilio WhatsApp Integration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Incoming webhook processing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Account + authToken config options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Validate Twilio signature (opt-in)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Frontend Tech &amp; Dev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React + Vite + Tailwind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Dev server at http://localhost:5173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Proxy /api to backend during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Backend Tech &amp; Dev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Express (Node) backend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Runs on port 3001 by default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SQLite via better-sqlite3 for storage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UX &amp; Accessibility Suggestions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Add aria labels and keyboard flows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Improve color contrast for readability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Provide client-side validation and inline errors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Next Improvements (Roadmap)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Forgot PIN / reset flow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Export/backup shop data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Role-based access and admin UI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Automated tests for critical flows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2026-07-06T10:28:23Z</dcterms:created>
  <dcterms:modified xsi:type="dcterms:W3CDTF">2026-07-06T10:28:23Z</dcterms:modified>
</cp:coreProperties>
</file>